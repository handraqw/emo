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/>
        <p:txBody>
          <a:bodyPr/>
          <a:lstStyle/>
          <a:p>
            <a:r>
              <a:t>Emotion AI System MVP</a:t>
            </a:r>
          </a:p>
          <a:p>
            <a:r>
              <a:t>Архитектурный baseline, fusion, UI preview, tests.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</Slides>
  <Notes>0</Notes>
  <HiddenSlides>0</HiddenSlides>
  <MMClips>0</MMClips>
  <ScaleCrop>false</ScaleCrop>
  <HeadingPairs>
    <vt:vector size="2" baseType="variant">
      <vt:variant>
        <vt:lpstr>Слайды</vt:lpstr>
      </vt:variant>
      <vt:variant>
        <vt:i4>1</vt:i4>
      </vt:variant>
    </vt:vector>
  </HeadingPairs>
  <TitlesOfParts>
    <vt:vector size="1" baseType="lpstr">
      <vt:lpstr>Emotion AI System MVP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 AI System MVP Slides</dc:title>
  <dc:creator>Copilot Coding Agent</dc:creator>
  <cp:lastModifiedBy>Copilot Coding Agent</cp:lastModifiedBy>
  <dcterms:created xsi:type="dcterms:W3CDTF">2026-03-10T18:27:18Z</dcterms:created>
  <dcterms:modified xsi:type="dcterms:W3CDTF">2026-03-10T18:27:18Z</dcterms:modified>
</cp:coreProperties>
</file>